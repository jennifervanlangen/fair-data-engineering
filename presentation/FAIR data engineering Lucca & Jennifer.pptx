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cbd1488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cbd1488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cbd1488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cbd1488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cbd14881c_3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cbd14881c_3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cbd1488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cbd1488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cbd1488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cbd1488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cbd1488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cbd1488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FAIR Project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/>
              <a:t>By </a:t>
            </a:r>
            <a:r>
              <a:rPr lang="nl" sz="1500"/>
              <a:t>Jennifer van Langen &amp; </a:t>
            </a:r>
            <a:r>
              <a:rPr lang="nl" sz="1500"/>
              <a:t>Lucca Ferri de Souza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Introduction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056750" y="13810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>
                <a:solidFill>
                  <a:srgbClr val="1F2328"/>
                </a:solidFill>
              </a:rPr>
              <a:t>State of Washington's Electric Vehicle Population Data</a:t>
            </a:r>
            <a:endParaRPr>
              <a:solidFill>
                <a:srgbClr val="1F2328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Char char="○"/>
            </a:pPr>
            <a:r>
              <a:rPr lang="nl">
                <a:solidFill>
                  <a:srgbClr val="273540"/>
                </a:solidFill>
              </a:rPr>
              <a:t>USA government data</a:t>
            </a:r>
            <a:endParaRPr>
              <a:solidFill>
                <a:srgbClr val="1F232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Char char="●"/>
            </a:pPr>
            <a:r>
              <a:rPr lang="nl">
                <a:solidFill>
                  <a:srgbClr val="1F2328"/>
                </a:solidFill>
              </a:rPr>
              <a:t>17 columns, each row is a Vehicle</a:t>
            </a:r>
            <a:endParaRPr>
              <a:solidFill>
                <a:srgbClr val="1F232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Char char="●"/>
            </a:pPr>
            <a:r>
              <a:rPr lang="nl">
                <a:solidFill>
                  <a:srgbClr val="1F2328"/>
                </a:solidFill>
              </a:rPr>
              <a:t>Limited metadata</a:t>
            </a:r>
            <a:endParaRPr>
              <a:solidFill>
                <a:srgbClr val="1F2328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Char char="○"/>
            </a:pPr>
            <a:r>
              <a:rPr lang="nl">
                <a:solidFill>
                  <a:srgbClr val="1F2328"/>
                </a:solidFill>
              </a:rPr>
              <a:t>Landing page has more information</a:t>
            </a:r>
            <a:endParaRPr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I think we should also describe the data </a:t>
            </a:r>
            <a:r>
              <a:rPr lang="nl"/>
              <a:t>preparations</a:t>
            </a:r>
            <a:r>
              <a:rPr lang="nl"/>
              <a:t>, since then we can easily explain what the current format + data is</a:t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63" y="2652825"/>
            <a:ext cx="8923873" cy="24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FAIRification planning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056750" y="17185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Goals: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Add rich metadata and URIs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Map data to existing ontologies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Make dataset more readable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Stakeholders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Government agencies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Researchers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Existing FAIR-support: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Identifiers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License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056750" y="17275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nl" sz="1400"/>
              <a:t>Removed</a:t>
            </a:r>
            <a:r>
              <a:rPr lang="nl" sz="1400"/>
              <a:t>: Base MSRP, Legislative District, Vehicle Location </a:t>
            </a:r>
            <a:r>
              <a:rPr lang="nl" sz="1400"/>
              <a:t>and</a:t>
            </a:r>
            <a:r>
              <a:rPr lang="nl" sz="1400"/>
              <a:t> Electric Utility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nl" sz="1400"/>
              <a:t>Merged</a:t>
            </a:r>
            <a:r>
              <a:rPr lang="nl" sz="1400"/>
              <a:t>: City, County and State into City due to Findability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nl" sz="1400"/>
              <a:t>Reconciled</a:t>
            </a:r>
            <a:r>
              <a:rPr lang="nl" sz="1400"/>
              <a:t>: City, Make, Model and Electric Vehicle Type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U</a:t>
            </a:r>
            <a:r>
              <a:rPr lang="nl" sz="1400"/>
              <a:t>nique global identifier</a:t>
            </a:r>
            <a:endParaRPr sz="1400"/>
          </a:p>
        </p:txBody>
      </p:sp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Data Preparation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300825" y="4673900"/>
            <a:ext cx="5979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nl" sz="11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The reconciliation used onthologies from wikidata.org</a:t>
            </a:r>
            <a:endParaRPr i="1" sz="11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Semantic data </a:t>
            </a:r>
            <a:br>
              <a:rPr lang="nl"/>
            </a:br>
            <a:r>
              <a:rPr lang="nl"/>
              <a:t>model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2472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Three entities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Relationships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Attributes</a:t>
            </a:r>
            <a:endParaRPr sz="1400"/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225" y="548538"/>
            <a:ext cx="4052075" cy="40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Metadata schema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473575" y="5622350"/>
            <a:ext cx="44295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Notes for me: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Metadata of the SHACL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Multiple properties, each has a description, min and max quantity of the entity, a description, the datatype,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Findable and reusable: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Title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Description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Creator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Issued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n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License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1056750" y="17185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400"/>
              <a:t>Findable and reusable: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Title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Description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Creator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License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Language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l" sz="1400"/>
              <a:t>Keywords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BDB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FAIRness improvements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181400" y="1597875"/>
            <a:ext cx="71529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nl" sz="1600"/>
              <a:t>Findability:</a:t>
            </a:r>
            <a:endParaRPr sz="16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Proper </a:t>
            </a:r>
            <a:r>
              <a:rPr lang="nl" sz="1400"/>
              <a:t>identifiers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URIs making data linkable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Adding rich metadata</a:t>
            </a:r>
            <a:endParaRPr sz="14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nl" sz="1600"/>
              <a:t>Accessibility:</a:t>
            </a:r>
            <a:endParaRPr sz="16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Using a standardised protocol for RDF</a:t>
            </a:r>
            <a:endParaRPr sz="14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nl" sz="1600"/>
              <a:t>Interoperability:</a:t>
            </a:r>
            <a:endParaRPr sz="16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Reconciliation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Using standardised vocabularies</a:t>
            </a:r>
            <a:endParaRPr sz="14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nl" sz="1600"/>
              <a:t>Reusability:</a:t>
            </a:r>
            <a:endParaRPr sz="140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sz="1400"/>
              <a:t>Describing the (meta)data extensively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